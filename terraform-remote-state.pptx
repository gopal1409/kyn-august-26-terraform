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Remote State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infrastructure state across AWS, Azure, and GCP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429768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6FB1FF">
              <a:alpha val="12000"/>
            </a:srgbClr>
          </a:solidFill>
          <a:ln w="12700">
            <a:solidFill>
              <a:srgbClr val="6FB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4297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23360" y="429768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8AB4F8">
              <a:alpha val="12000"/>
            </a:srgbClr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4297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backends, locking, and secure collaboration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8379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local state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258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.tfstate file on your laptop doesn't scale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37960" y="169164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18562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9520" y="18379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remote state solves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89520" y="2258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Locking, collaboration, security, and CI/CD readiness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735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2552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6758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for storage, DynamoDB for state locking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310896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32735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9520" y="32552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backend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89520" y="36758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+ Blob container with native leasing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6908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46725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backend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0932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bucket with built-in object locking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45262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46908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9520" y="46725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&amp; best practices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89520" y="50932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and hardening the right setup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state doesn't scale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terraform.tfstate lives on one machine by default — that breaks down fast in a team.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03704"/>
            <a:ext cx="237744" cy="23774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671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09397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locking  </a:t>
            </a:r>
            <a:pPr indent="0" marL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engineers run terraform apply at once and corrupt the state file.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62656"/>
            <a:ext cx="237744" cy="23774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8529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collaboration  </a:t>
            </a:r>
            <a:pPr indent="0" marL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isn't shared — everyone's local copy silently drifts apart.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21608"/>
            <a:ext cx="237744" cy="23774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850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611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plaintext  </a:t>
            </a:r>
            <a:pPr indent="0" marL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attributes, including sensitive values, sit unencrypted on disk.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237744" cy="23774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439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37083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 </a:t>
            </a:r>
            <a:pPr indent="0" marL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of who changed what, or a way to roll back safely.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39512"/>
            <a:ext cx="237744" cy="23774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029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512978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 </a:t>
            </a:r>
            <a:pPr indent="0" marL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deleted or corrupted local file can mean rebuilding state from scratch.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remote state gives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FF9900">
              <a:alpha val="15000"/>
            </a:srgbClr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concurrent applies from corrupting state — one operation at a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73736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49040" y="2057400"/>
            <a:ext cx="548640" cy="548640"/>
          </a:xfrm>
          <a:prstGeom prst="ellipse">
            <a:avLst/>
          </a:prstGeom>
          <a:solidFill>
            <a:srgbClr val="0078D4">
              <a:alpha val="15000"/>
            </a:srgbClr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3320" y="2788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source of truth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703320" y="333756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 and CI job reads and writes the same state.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0" y="2057400"/>
            <a:ext cx="548640" cy="548640"/>
          </a:xfrm>
          <a:prstGeom prst="ellipse">
            <a:avLst/>
          </a:prstGeom>
          <a:solidFill>
            <a:srgbClr val="4285F4">
              <a:alpha val="15000"/>
            </a:srgbClr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285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2788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29400" y="333756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storage encrypts state, including sensitive attributes.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26880" y="173736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0" y="2057400"/>
            <a:ext cx="548640" cy="548640"/>
          </a:xfrm>
          <a:prstGeom prst="ellipse">
            <a:avLst/>
          </a:prstGeom>
          <a:solidFill>
            <a:srgbClr val="028090">
              <a:alpha val="1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55480" y="2788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recovery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555480" y="333756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versioning lets you inspect history and roll back safely.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+ DynamoDB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stores the state file; DynamoDB provides distributed locking.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F9900">
              <a:alpha val="8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 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versioned storage for terraform.tfstate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5234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F9900">
              <a:alpha val="8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52344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table  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LockID primary key enables state locking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F9900">
              <a:alpha val="8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47288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(optional)  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encryption for the bucket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79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bucket versioning to recover prior state versions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public access on the state bucket by default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dedicated IAM policy scoped to the bucket + table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native locking (no DynamoDB) is available on newer providers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298448"/>
            <a:ext cx="5532120" cy="5074920"/>
          </a:xfrm>
          <a:prstGeom prst="roundRect">
            <a:avLst>
              <a:gd name="adj" fmla="val 1441"/>
            </a:avLst>
          </a:prstGeom>
          <a:solidFill>
            <a:srgbClr val="141A45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4996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01384" y="14996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693408" y="14996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426464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backend.tf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847088"/>
            <a:ext cx="4892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7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F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backend "s3" {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  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"my-tfstate-bucket"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    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"prod/network/terraform.tfstate"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  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"us-east-1"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dynamodb_table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"tfstate-locks"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encrypt 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true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F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7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Account + Blob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Blob container holds the state; Azure Storage handles leasing for locks natively.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0078D4">
              <a:alpha val="8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  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 the storage account for state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5234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0078D4">
              <a:alpha val="8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52344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 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blob storage, encrypted by default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0078D4">
              <a:alpha val="8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47288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container  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.tfstate blob, lease-based locking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79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blob versioning or soft delete for recovery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with a Storage Account SAS or Azure AD auth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is automatic — no extra locking resource needed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separate containers or keys per environment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298448"/>
            <a:ext cx="5532120" cy="5074920"/>
          </a:xfrm>
          <a:prstGeom prst="roundRect">
            <a:avLst>
              <a:gd name="adj" fmla="val 1441"/>
            </a:avLst>
          </a:prstGeom>
          <a:solidFill>
            <a:srgbClr val="141A45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4996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01384" y="14996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693408" y="14996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426464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backend.tf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847088"/>
            <a:ext cx="4892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7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F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backend "azurerm" {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resource_group_name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"tfstate-rg"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storage_account_name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"tfstatestorage01"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container_name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"tfstate"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          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"prod/network.tfstate"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F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7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Storage Bucket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GCS bucket stores state with built-in object versioning and native locking.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4285F4">
              <a:alpha val="8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bucket  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.tfstate object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5234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4285F4">
              <a:alpha val="8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52344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binding  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the runner a storage object admin role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4285F4">
              <a:alpha val="8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47288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versioning  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prior state generations for recovery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79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is automatic via GCS — no extra resource required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uniform bucket-level access for simpler IAM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`prefix` to separate state by environment or workspace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versioning at the bucket level for rollback safety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298448"/>
            <a:ext cx="5532120" cy="5074920"/>
          </a:xfrm>
          <a:prstGeom prst="roundRect">
            <a:avLst>
              <a:gd name="adj" fmla="val 1441"/>
            </a:avLst>
          </a:prstGeom>
          <a:solidFill>
            <a:srgbClr val="141A45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4996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01384" y="14996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693408" y="14996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426464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backend.tf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847088"/>
            <a:ext cx="4892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7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F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backend "gcs" {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"my-tfstate-bucket"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prefix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"prod/network"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F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7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vs. Azure vs. GCP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39312" y="1691640"/>
            <a:ext cx="2535936" cy="457200"/>
          </a:xfrm>
          <a:prstGeom prst="roundRect">
            <a:avLst>
              <a:gd name="adj" fmla="val 12000"/>
            </a:avLst>
          </a:prstGeom>
          <a:solidFill>
            <a:srgbClr val="FF9900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566160" y="1691640"/>
            <a:ext cx="268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1552" y="1691640"/>
            <a:ext cx="2535936" cy="457200"/>
          </a:xfrm>
          <a:prstGeom prst="roundRect">
            <a:avLst>
              <a:gd name="adj" fmla="val 12000"/>
            </a:avLst>
          </a:prstGeom>
          <a:solidFill>
            <a:srgbClr val="0078D4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248400" y="1691640"/>
            <a:ext cx="268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03792" y="1691640"/>
            <a:ext cx="2535936" cy="457200"/>
          </a:xfrm>
          <a:prstGeom prst="roundRect">
            <a:avLst>
              <a:gd name="adj" fmla="val 12000"/>
            </a:avLst>
          </a:prstGeom>
          <a:solidFill>
            <a:srgbClr val="4285F4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930640" y="1691640"/>
            <a:ext cx="268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860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resource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03320" y="228600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85560" y="228600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container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067800" y="228600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bucket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3063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mechanism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03320" y="306324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table (or S3-native)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85560" y="306324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blob lease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67800" y="306324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built-in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40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03320" y="384048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SSE-S3 / SSE-KMS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85560" y="384048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Service Encryption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067800" y="384048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Google-managed encryption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46177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703320" y="461772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policy on bucket + table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85560" y="461772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/ SAS token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067800" y="461772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on bucket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3949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/ recovery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703320" y="539496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versioning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85560" y="539496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versioning / soft delete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067800" y="5394960"/>
            <a:ext cx="240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versioning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2286000"/>
            <a:ext cx="1106424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remote state, regardless of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2C5F2D">
              <a:alpha val="15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532888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state per environment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880360"/>
            <a:ext cx="4745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keys, containers, or prefixes for dev / staging / prod — never share one state file.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947672"/>
            <a:ext cx="457200" cy="457200"/>
          </a:xfrm>
          <a:prstGeom prst="ellipse">
            <a:avLst/>
          </a:prstGeom>
          <a:solidFill>
            <a:srgbClr val="2C5F2D">
              <a:alpha val="15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9672" y="2532888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880360"/>
            <a:ext cx="4745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CI/CD runners and engineers only the permissions needed for their bucket or container.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233672"/>
            <a:ext cx="457200" cy="457200"/>
          </a:xfrm>
          <a:prstGeom prst="ellipse">
            <a:avLst/>
          </a:prstGeom>
          <a:solidFill>
            <a:srgbClr val="2C5F2D">
              <a:alpha val="15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versioning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5166360"/>
            <a:ext cx="4745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object/blob versioning everywhere so any bad apply can be rolled back.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233672"/>
            <a:ext cx="457200" cy="457200"/>
          </a:xfrm>
          <a:prstGeom prst="ellipse">
            <a:avLst/>
          </a:prstGeom>
          <a:solidFill>
            <a:srgbClr val="2C5F2D">
              <a:alpha val="15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9672" y="4818888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state locally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2" y="5166360"/>
            <a:ext cx="4745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terraform.tfstate* — local state should never reach version control.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state turns Terraform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a team-safe workflow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 benefits everywhere — locking, shared state, and encryption — with implementation details unique to each cloud.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120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521208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6FB1FF">
              <a:alpha val="12000"/>
            </a:srgbClr>
          </a:solidFill>
          <a:ln w="12700">
            <a:solidFill>
              <a:srgbClr val="6FB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52120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521208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8AB4F8">
              <a:alpha val="12000"/>
            </a:srgbClr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52120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2026-08-20T06:36:54Z</dcterms:created>
  <dcterms:modified xsi:type="dcterms:W3CDTF">2026-08-20T06:36:54Z</dcterms:modified>
</cp:coreProperties>
</file>