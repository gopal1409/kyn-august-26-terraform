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82296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2331720"/>
            <a:ext cx="82296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in Terraform: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count, for_each, for &amp; dynamic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A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repeatable, scalable Azure infrastructure without copy-pasting resources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099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a resource a fixed number of times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70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over a set or map, keyed by value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vs for_each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6301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tool for the job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expressions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5902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lists and maps into new values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blocks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550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over repeatable nested blocks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 Meta-Argument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98480" y="41148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1069848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 copies of a resource or module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any whole number — a literal, a variable, or length(list)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is indexed: count.index (0, 1, 2 …)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 specific instance as resource_type.name[0]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identical, unnamed, interchangeable copies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1023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45352" y="1618488"/>
            <a:ext cx="515721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"azurerm_public_ip"</a:t>
            </a:r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"pip"</a:t>
            </a:r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= 3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= </a:t>
            </a:r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"pip-${count.index}"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      = var.location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allocation_method = </a:t>
            </a:r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"Static"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azurerm_resource_group.main.name</a:t>
            </a:r>
            <a:endParaRPr lang="en-US" sz="12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— Azure Example: NIC per VM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1023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389888"/>
            <a:ext cx="10552176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"vm_count"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number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"azurerm_network_interface"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"nic"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= var.vm_count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=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"nic-${count.index}"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        = var.location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azurerm_resource_group.main.name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ip_configuration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  =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"internal"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subnet_id = azurerm_subnet.main.id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an item from the middle of the list shifts every index after it — Terraform destroys and recreates resources, not just the one you removed.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for_each Meta-Argument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a set of strings or a map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is keyed by value, not by position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an instance as resource_type.name["key"]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or removing one key only touches that instance — the rest are untouched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named, distinguishable resources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5669280" cy="2926080"/>
          </a:xfrm>
          <a:prstGeom prst="roundRect">
            <a:avLst>
              <a:gd name="adj" fmla="val 2500"/>
            </a:avLst>
          </a:prstGeom>
          <a:solidFill>
            <a:srgbClr val="1023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45352" y="1618488"/>
            <a:ext cx="5157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"azurerm_resource_group"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toset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"dev"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"test"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"rg-${each.key}"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= var.location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for_each — Azure Example: Storage Containers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1023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481328"/>
            <a:ext cx="10552176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"containers"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map(string)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logs    =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"private"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uploads =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"blob"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backups =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"private"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"azurerm_storage_container"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= var.containers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  = </a:t>
            </a:r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.key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storage_account_name  = azurerm_storage_account.main.name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container_access_type = </a:t>
            </a:r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each.key = container name  ·  each.value = access type from the map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vs for_each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0, 1, 2 …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identical, interchangeable copies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middle item reshuffles every index after it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when the number is all that varies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173736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0920" y="1737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51460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string or map key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distinct, named resources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one key only affects that instance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when each instance needs different settings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Expressions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98480" y="41148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1069848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an existing list or map into a new one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meta-argument — used inline, anywhere an expression is valid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[for item in list : expression]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 to filter items out of the result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reshaping data before it reaches a resource or for_each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5669280" cy="3108960"/>
          </a:xfrm>
          <a:prstGeom prst="roundRect">
            <a:avLst>
              <a:gd name="adj" fmla="val 2353"/>
            </a:avLst>
          </a:prstGeom>
          <a:solidFill>
            <a:srgbClr val="1023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45352" y="1618488"/>
            <a:ext cx="515721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upper_names = [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var.vm_names : upper(n)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prod_only = [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var.vm_names : n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startswith(n,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"prod-"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Expressions — Azure Example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4434840"/>
          </a:xfrm>
          <a:prstGeom prst="roundRect">
            <a:avLst>
              <a:gd name="adj" fmla="val 1649"/>
            </a:avLst>
          </a:prstGeom>
          <a:solidFill>
            <a:srgbClr val="1023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481328"/>
            <a:ext cx="10552176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"vm_names"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list(string)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"web-1"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"web-2"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"api-1"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i="1" dirty="0">
                <a:solidFill>
                  <a:srgbClr val="7C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turn a list into a map keyed by name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vm_map = {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var.vm_names : n =&gt;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 = startswith(n,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"api"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?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"Standard_D2s_v5"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"Standard_B2s"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}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"azurerm_linux_virtual_machine"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"vm"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local.vm_map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.key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     =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.size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expressions and for_each pair naturally — shape the data first, then loop over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Blocks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98480" y="41148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1069848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a repeatable nested block inside a resource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and for_each loop over whole resources — dynamic loops inside one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{ } defines the shape of each generated block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 security rules, tags, and ingress/egress lists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sparingly — static blocks are easier to read when the list is fixed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1023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45352" y="1618488"/>
            <a:ext cx="515721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"security_rule"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var.rules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   = security_rule.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.name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   = security_rule.</a:t>
            </a:r>
            <a:pPr indent="0" marL="0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.priority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direction  =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"Inbound"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protocol   = </a:t>
            </a:r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"Tcp"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— Azure Example: NSG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1023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481328"/>
            <a:ext cx="1055217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"rules"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list(object({ name = string, priority = number, port = string }))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name =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"ssh"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priority = 100, port =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"22"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name =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"https"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priority = 110, port =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"443"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10233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3493008"/>
            <a:ext cx="1055217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3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"azurerm_network_security_group"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"nsg"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= 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"nsg-main"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23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"security_rule"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6000"/>
              </a:lnSpc>
              <a:buNone/>
            </a:pPr>
            <a:r>
              <a:rPr lang="en-US" sz="123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var.rules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6000"/>
              </a:lnSpc>
              <a:buNone/>
            </a:pPr>
            <a:r>
              <a:rPr lang="en-US" sz="123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                   = security_rule.</a:t>
            </a:r>
            <a:pPr indent="0" marL="0">
              <a:lnSpc>
                <a:spcPct val="126000"/>
              </a:lnSpc>
              <a:buNone/>
            </a:pPr>
            <a:r>
              <a:rPr lang="en-US" sz="123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.name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priority               = security_rule.</a:t>
            </a:r>
            <a:pPr indent="0" marL="0">
              <a:lnSpc>
                <a:spcPct val="126000"/>
              </a:lnSpc>
              <a:buNone/>
            </a:pPr>
            <a:r>
              <a:rPr lang="en-US" sz="123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.priority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destination_port_range = security_rule.</a:t>
            </a:r>
            <a:pPr indent="0" marL="0">
              <a:lnSpc>
                <a:spcPct val="126000"/>
              </a:lnSpc>
              <a:buNone/>
            </a:pPr>
            <a:r>
              <a:rPr lang="en-US" sz="123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.port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direction = 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"Inbound"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 = 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"Allow"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protocol = </a:t>
            </a:r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"Tcp"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3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23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when…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example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91840" y="182880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resources, number is all that matters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0" y="18288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identical public IPs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64240" cy="10515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88036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Distinct, named resources with different settings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0" y="2880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resource group per environment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expression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39319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a list or map before using 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39319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name list into a keyed map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64240" cy="10515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9834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block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91840" y="49834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nested block inside one resource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0" y="49834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NSG security rules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81912"/>
            <a:ext cx="310896" cy="31089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581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48132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for_each for anything that will be added to or removed from over time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2679192"/>
            <a:ext cx="310896" cy="31089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57860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count for truly identical, disposable resources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3776472"/>
            <a:ext cx="310896" cy="31089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776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67588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mix count and for_each on the same resource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1581912"/>
            <a:ext cx="310896" cy="31089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581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148132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expressions to convert lists into maps before looping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2679192"/>
            <a:ext cx="310896" cy="31089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257860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dynamic blocks for genuinely repeatable nested blocks, not everything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3776472"/>
            <a:ext cx="310896" cy="31089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776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367588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for_each keys stable, meaningful names — avoid indexes as keys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88720" y="310896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2834640"/>
            <a:ext cx="82296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017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· for_each · for expressions · dynamic blocks — on Azure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2026-08-18T08:43:16Z</dcterms:created>
  <dcterms:modified xsi:type="dcterms:W3CDTF">2026-08-18T08:43:16Z</dcterms:modified>
</cp:coreProperties>
</file>